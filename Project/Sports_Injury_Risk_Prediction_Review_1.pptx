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2A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99B96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Sports Injury Risk Prediction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Using Random Forest and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DCE5F0"/>
                </a:solidFill>
                <a:latin typeface="Aptos"/>
              </a:defRPr>
            </a:pPr>
            <a:r>
              <a:t>Project Review Presentation</a:t>
            </a:r>
          </a:p>
          <a:p>
            <a:pPr>
              <a:spcAft>
                <a:spcPts val="1000"/>
              </a:spcAft>
              <a:defRPr sz="1800" b="0">
                <a:solidFill>
                  <a:srgbClr val="DCE5F0"/>
                </a:solidFill>
                <a:latin typeface="Aptos"/>
              </a:defRPr>
            </a:pPr>
            <a:r>
              <a:t>Academic Year: 2026–27</a:t>
            </a:r>
          </a:p>
          <a:p>
            <a:pPr>
              <a:spcAft>
                <a:spcPts val="1000"/>
              </a:spcAft>
              <a:defRPr sz="1800" b="0">
                <a:solidFill>
                  <a:srgbClr val="DCE5F0"/>
                </a:solidFill>
                <a:latin typeface="Aptos"/>
              </a:defRPr>
            </a:pPr>
            <a:r>
              <a:t>Department of Computer Science &amp;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G Manideep Patel  |  2520090100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 Sai Charan Reddi  |  2520090184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Sports injuries can reduce performance and interrupt training schedules.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Early risk prediction can support preventive planning and recovery management.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This project explores supervised machine learning for injury-risk classification.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Two algorithms are considered: Random Forest and Support Vector Machine (SVM).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99B9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A3441"/>
                </a:solidFill>
                <a:latin typeface="Aptos"/>
              </a:defRPr>
            </a:pPr>
            <a:r>
              <a:t>Traditional assessment may not capture complex relationships among workload, recovery, fitness, and injury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99B9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Prepare athlete-related data for analysis.</a:t>
            </a:r>
          </a:p>
          <a:p>
            <a:pPr>
              <a:spcAft>
                <a:spcPts val="16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Train Random Forest and SVM classifiers.</a:t>
            </a:r>
          </a:p>
          <a:p>
            <a:pPr>
              <a:spcAft>
                <a:spcPts val="16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Evaluate and compare model performance.</a:t>
            </a:r>
          </a:p>
          <a:p>
            <a:pPr>
              <a:spcAft>
                <a:spcPts val="16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Explore how predictions can support prevention.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Dataset &amp; Input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Age, gender, BMI, fitness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Sport type, weekly training hours, training intensity,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Sleep duration, recovery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747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576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MEDICAL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Previous injury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81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Collect / prepare dataset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16002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81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Clean and preprocess data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6002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581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Encode categories and scale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307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Split into training and testing sets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6576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307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6393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Train Random Forest and SVM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3657600"/>
            <a:ext cx="640080" cy="640080"/>
          </a:xfrm>
          <a:prstGeom prst="ellipse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7307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6393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3441"/>
                </a:solidFill>
                <a:latin typeface="Aptos"/>
              </a:defRPr>
            </a:pPr>
            <a:r>
              <a:t>Evaluate and compare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A68AB"/>
                </a:solidFill>
                <a:latin typeface="Aptos"/>
              </a:defRPr>
            </a:pPr>
            <a:r>
              <a:t>Workflow: Data → Preprocessing → Model Training → Evaluation → Risk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Algorithms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9B9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Combines predictions from multiple decision trees.</a:t>
            </a:r>
          </a:p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Can learn complex, non-linear patterns.</a:t>
            </a:r>
          </a:p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Helps reduce reliance on a single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9B96"/>
                </a:solidFill>
                <a:latin typeface="Aptos"/>
              </a:defRPr>
            </a:pPr>
            <a:r>
              <a:t>SUPPORT VECTOR MACHINE (SVM)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Learns a decision boundary between classes.</a:t>
            </a:r>
          </a:p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Useful for classification problems.</a:t>
            </a:r>
          </a:p>
          <a:p>
            <a:pPr>
              <a:spcAft>
                <a:spcPts val="1000"/>
              </a:spcAft>
              <a:defRPr sz="2100" b="0">
                <a:solidFill>
                  <a:srgbClr val="2A3441"/>
                </a:solidFill>
                <a:latin typeface="Aptos"/>
              </a:defRPr>
            </a:pPr>
            <a:r>
              <a:t>• Feature scaling is important for many SVM setups.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Accuracy: proportion of all predictions that are correct.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Precision: reliability of positive injury-risk predictions.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Recall: ability to identify actual positive cases.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F1-score: balances precision and recall.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Confusion matrix: summarizes correct and incorrect classifications.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Actual performance values will be added after model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Expected Outcomes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Compare Random Forest and SVM on the same test data.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Identify which model performs more suitably based on measured results.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Provide an injury-risk category from athlete-related inputs.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Support coaches and trainers with data-informed preventive planning.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Predictions are supportive tools and do not replace medical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42442"/>
                </a:solidFill>
                <a:latin typeface="Aptos"/>
              </a:defRPr>
            </a:pPr>
            <a:r>
              <a:t>Review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Problem definition, objectives, literature/background study, feature identification.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803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Dataset preparation, preprocessing, model implementation and initial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3891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Evaluation metrics, model comparison, final testing and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63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199B96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120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0">
                <a:solidFill>
                  <a:srgbClr val="DCE5F0"/>
                </a:solidFill>
                <a:latin typeface="Aptos"/>
              </a:defRPr>
            </a:pPr>
            <a:r>
              <a:t>Sports Injury Risk Prediction Using Random Forest and SVM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